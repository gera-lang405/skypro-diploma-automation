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754880"/>
            <a:ext cx="3657600" cy="3657600"/>
          </a:xfrm>
          <a:prstGeom prst="ellipse">
            <a:avLst/>
          </a:prstGeom>
          <a:solidFill>
            <a:srgbClr val="00A896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2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252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ДИПЛОМНАЯ РАБОТА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 Читай-город + Todo List API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605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Функциональное, API и нефункциональное тестирование с автоматизацией на pytest + Playwright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852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 по тестированию · Sky.Pro · 23.09.2026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 работоспособность каталога книжного интернет-магазина (UI) и REST API сервиса задач (Todo List), выявить дефекты и зафиксировать результат воспроизводимой автоматизацией.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0350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035040" y="1828800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3504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64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0136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Составить тест-план и тест-кейсы (функциональные, API, нефункциональные)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35040" y="2395728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035040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64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6829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Собрать Postman-коллекцию для API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35040" y="2962656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2962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64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93522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Автоматизировать ключевые сценарии (pytest + Playwright)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5040" y="3529584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35040" y="3529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64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50215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Прогнать тесты живьём, собрать Allure-отчёт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35040" y="4096512"/>
            <a:ext cx="347472" cy="3474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64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06908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 и оформить дефекты, дать рекомендации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Объекты тестирования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</a:t>
            </a:r>
            <a:endParaRPr lang="en-US" sz="168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Читай-город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книжного интернет-магазина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Гостевой доступ, без логина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поиск по названию, переход в карточку товара, граничные случаи (пустой запрос, запрос без результатов)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349240" cy="4389120"/>
          </a:xfrm>
          <a:prstGeom prst="roundRect">
            <a:avLst>
              <a:gd name="adj" fmla="val 3125"/>
            </a:avLst>
          </a:prstGeom>
          <a:solidFill>
            <a:srgbClr val="F4F9F8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92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8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68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10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List API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14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jsonplaceholder.typicode.com/todos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1752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REST-сервис, без авторизации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приватного тестового сервера (перестал отвечать по сети 23.09.2026)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Проверялись: CRUD над задачами (GET/POST/PATCH/DELETE) + негативные сценарии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Изменение тест-плана: почему JSONPlaceholder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4" name="Shape 2"/>
          <p:cNvSpPr/>
          <p:nvPr/>
        </p:nvSpPr>
        <p:spPr>
          <a:xfrm>
            <a:off x="157734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773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6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Исходный 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API-часть рассчитана на приватный сервер 5.101.50.9:8015, вручную проверенный в Postman (17/17 кейсов)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7472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BEAEA"/>
          </a:solidFill>
          <a:ln/>
        </p:spPr>
      </p:sp>
      <p:sp>
        <p:nvSpPr>
          <p:cNvPr id="10" name="Shape 8"/>
          <p:cNvSpPr/>
          <p:nvPr/>
        </p:nvSpPr>
        <p:spPr>
          <a:xfrm>
            <a:off x="4503420" y="201168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0342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6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перестал отвечать по сети — подтверждено вручную 23.09.2026 (таймаут соединения)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40080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42950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295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6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на JSONPlaceholder — публичный сервис с идентичной семантикой Todo-ресурса, без авторизации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1488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326880" y="1737360"/>
            <a:ext cx="2697480" cy="3931920"/>
          </a:xfrm>
          <a:prstGeom prst="roundRect">
            <a:avLst>
              <a:gd name="adj" fmla="val 4068"/>
            </a:avLst>
          </a:prstGeom>
          <a:solidFill>
            <a:srgbClr val="F4F9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5580" y="201168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3555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6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28803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0" y="3383280"/>
            <a:ext cx="2331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тест-кейсов сохранена без изменений, только базовый URL; всё поведение подтверждено живыми запросами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Тестовая документация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2763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Тест-план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27632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проекта, объект тестирования, ресурсы, история изменений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852928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8529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743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Тест-кейсы и чек-лист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27432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функциональных UI-кейсов, 8 API-кейсов (5 + 3 негативных), 10 пунктов нефункционального чек-листа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7856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4F9F8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968496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396849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858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Postman-коллекция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3858768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запросов с тестами (Tests-скрипты) под JSONPlaceholder, экспорт в JSON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9011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0EB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084064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08406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97433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0" y="4974336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автотестов: pytest + Playwright + requests + Allure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Функциональные тест-кейсы — Читай-город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234440" y="1481328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3040" y="148132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возвращает результаты по существующему запросу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34440" y="2322576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63040" y="2322576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результат поиска отображается видимой ссылкой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236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234440" y="3163824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63040" y="3163824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товару открывает карточку товара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48640" y="407822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34440" y="4005072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63040" y="4005072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Пустой поисковый запрос не приводит к ошибке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19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34440" y="4846320"/>
            <a:ext cx="10332720" cy="685800"/>
          </a:xfrm>
          <a:prstGeom prst="roundRect">
            <a:avLst>
              <a:gd name="adj" fmla="val 13333"/>
            </a:avLst>
          </a:prstGeom>
          <a:solidFill>
            <a:srgbClr val="F4F9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463040" y="48463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Заведомо бессмысленный запрос не вызывает ошибку страницы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из 5 автоматизированы (Playwright, headless Chromium)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тест-кейсы — Todo List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Позитивные (5)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— список задач,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/todos/1 — одна задача,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— создание, статус 201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/todos/1 — обновление, статус 200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/todos/1 — удаление, статус 200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Негативные (3)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21208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20574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/todos/999999 — несуществующий id, статус 404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/todos/not-a-number — нечисловой id, статус 404 (не 500)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без title — статус 201, но поле title отсутствует в ответе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Нефункциональный чек-лист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пунктов · 3 вида проверок: UI/UX, кросс-браузерность, доступность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632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632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577840" y="1874520"/>
            <a:ext cx="2286000" cy="1828800"/>
          </a:xfrm>
          <a:prstGeom prst="roundRect">
            <a:avLst>
              <a:gd name="adj" fmla="val 7000"/>
            </a:avLst>
          </a:prstGeom>
          <a:solidFill>
            <a:srgbClr val="F4F9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77840" y="1965960"/>
            <a:ext cx="2286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B0B8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63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874520"/>
            <a:ext cx="33832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Пройдено: элементы без прокрутки, cookie-баннер, плейсхолдер поиска, изображения без разрывов вёрстки, Chrome, Tab-навигация, alt-атрибуты изображений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пройдено: контраст текста бейджа скидки (WCAG AA) — см. дефект BR-001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проверено: рендеринг в Firefox и Edge — вне возможностей доступных инструментов автоматизации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52344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52344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56048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(UI)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59752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59752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(API)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363456" y="1554480"/>
            <a:ext cx="2084832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363456" y="1554480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(отчёты)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Особенности реализации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004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Типизация на всех методах (аннотации)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time.sleep() — только явные и встроенные ожидания Playwright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Изолированные фикстуры: новый browser context на каждый UI-тест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Маркеры pytest: api / ui, PEP8 (flake8, max-line-length 100)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5029200" cy="3154680"/>
          </a:xfrm>
          <a:prstGeom prst="roundRect">
            <a:avLst>
              <a:gd name="adj" fmla="val 3478"/>
            </a:avLst>
          </a:prstGeom>
          <a:solidFill>
            <a:srgbClr val="0B2E3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0" y="3017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GitHub-репозиторий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skypro-diploma-automation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0" y="393192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diploma_automation/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config.py, conftest.py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tests/api/  (8 тестов)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4F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tests/ui/   (5 тестов)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 живого прогона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23.09.2026 · pytest --alluredir=allure-results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108960" cy="31089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331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API-тестов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6791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UI-тестов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11.94 сек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4564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прогона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160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233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Overview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F3B4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ходу прогона найден и исправлен баг в UI-тестах: ожидание "networkidle" не срабатывало из-за фоновых запросов сайта — заменено на явное ожидание нужного селектора/URL. После фикса все 13 тестов проходят стабильно.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Найденный дефект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BEA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37160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Недостаточный контраст текста ценового бейджа скидки (WCAG AA)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33172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chitai-gorod.ru, главная страница, Chrome (десктоп), 23.09.2026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449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044952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главную → найти карточку с бейджем скидки (например «-17%») → замерить контраст по формуле WCAG 2.1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58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≥ 4.5:1 (WCAG 2.1 AA для обычного текста)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447141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4.04:1 — белый текст (#FFFFFF) на фоне #E1426C, 12px / начертание 500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8464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Серьёзность / приоритет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84648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(Minor) / Low — визуально читаемо, но не проходит формальный критерий доступности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и рекомендации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4023360"/>
          </a:xfrm>
          <a:prstGeom prst="roundRect">
            <a:avLst>
              <a:gd name="adj" fmla="val 2727"/>
            </a:avLst>
          </a:prstGeom>
          <a:solidFill>
            <a:srgbClr val="F4F9F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4480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ключевые функции тестируемых объектов работают корректно. Автоматизация стабильна и воспроизводима — 13/13 тестов проходят на чистом окружении без авторизации и переменных окружения.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417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7220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6" dirty="0"/>
          </a:p>
        </p:txBody>
      </p:sp>
      <p:sp>
        <p:nvSpPr>
          <p:cNvPr id="9" name="Shape 7"/>
          <p:cNvSpPr/>
          <p:nvPr/>
        </p:nvSpPr>
        <p:spPr>
          <a:xfrm>
            <a:off x="6675120" y="178308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0" y="178308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Увеличить контраст текста бейджей скидки до соответствия WCAG AA (BR-001)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72200" y="306324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722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6" dirty="0"/>
          </a:p>
        </p:txBody>
      </p:sp>
      <p:sp>
        <p:nvSpPr>
          <p:cNvPr id="13" name="Shape 11"/>
          <p:cNvSpPr/>
          <p:nvPr/>
        </p:nvSpPr>
        <p:spPr>
          <a:xfrm>
            <a:off x="6675120" y="301752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0" y="30175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Прогнать нефункциональный чек-лист вручную в Firefox и Edge перед релизом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42976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6" dirty="0"/>
          </a:p>
        </p:txBody>
      </p:sp>
      <p:sp>
        <p:nvSpPr>
          <p:cNvPr id="17" name="Shape 15"/>
          <p:cNvSpPr/>
          <p:nvPr/>
        </p:nvSpPr>
        <p:spPr>
          <a:xfrm>
            <a:off x="6675120" y="4251960"/>
            <a:ext cx="4937760" cy="1051560"/>
          </a:xfrm>
          <a:prstGeom prst="roundRect">
            <a:avLst>
              <a:gd name="adj" fmla="val 8696"/>
            </a:avLst>
          </a:prstGeom>
          <a:solidFill>
            <a:srgbClr val="F4F9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0" y="4251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Перенести тест-кейсы в TestIT (team-m2rw.testit.software)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28090">
              <a:alpha val="3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Вопросы и обсуждение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github.com/Gera-lang405/skypro-diploma-automation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Тест-план и тест-кейсы: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4343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9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georgi1412qa.yonote.ru — коллекция «СеливановГера_QA.Skypro»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Селиванов Георгий · Sky.Pro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2026-09-23T15:30:54Z</dcterms:created>
  <dcterms:modified xsi:type="dcterms:W3CDTF">2026-09-23T15:30:54Z</dcterms:modified>
</cp:coreProperties>
</file>