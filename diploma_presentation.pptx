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657600" cy="3657600"/>
          </a:xfrm>
          <a:prstGeom prst="ellipse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252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ДИПЛОМНАЯ РАБОТА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 Читай-город + Todo List API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Функциональное, API и нефункциональное тестирование с автоматизацией на pytest + Playwright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Селиванов Георгий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по тестированию · Sky.Pro · 23.09.2026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работоспособность каталога книжного интернет-магазина (UI) и REST API сервиса задач (Todo List), выявить дефекты и зафиксировать результат воспроизводимой автоматизацией.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35040" y="1828800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64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0136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Составить тест-план и тест-кейсы (функциональные, API, нефункциональные)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35040" y="2395728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64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6829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Postman-коллекцию для API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35040" y="2962656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64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93522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Автоматизировать ключевые сценарии (pytest + Playwright)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5040" y="3529584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3504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64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502152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Прогнать тесты живьём, собрать Allure-отчёт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35040" y="4096512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64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06908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и оформить дефекты, дать рекомендации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Объекты тестирования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</a:t>
            </a:r>
            <a:endParaRPr lang="en-US" sz="168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10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Читай-город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книжного интернет-магазина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Гостевой доступ, без логина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Проверялись: поиск по названию и по автору, переход в карточку товара, отображение названия книги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68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10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List API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jsonplaceholder.typicode.com/todos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175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REST-сервис, без авторизации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приватного тестового сервера (перестал отвечать по сети 23.09.2026)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Проверялись: CRUD над задачами (GET/POST/PATCH/DELETE) + 3 негативных сценария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Изменение тест-плана: почему JSONPlaceholder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4" name="Shape 2"/>
          <p:cNvSpPr/>
          <p:nvPr/>
        </p:nvSpPr>
        <p:spPr>
          <a:xfrm>
            <a:off x="157734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773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6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Исходный план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API-часть рассчитана на приватный сервер 5.101.50.9:8015, вручную проверенный в Postman (17/17 кейсов)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7472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4503420" y="201168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034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6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перестал отвечать по сети — подтверждено вручную 23.09.2026 (таймаут соединения)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40080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42950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295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6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на JSONPlaceholder — публичный сервис с идентичной семантикой Todo-ресурса, без авторизации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32688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558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3555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6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тест-кейсов сохранена без изменений, только базовый URL; всё поведение подтверждено живыми запросами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Тестовая документация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4F9F8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Тест-план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276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проекта, объект тестирования, ресурсы, история изменений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52928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8529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Тест-кейсы и чек-лист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7432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позитивных функциональных UI-кейсов, 8 API-кейсов (5 позитивных + 3 негативных), 12 пунктов нефункционального чек-листа — выгрузка в XLS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4F9F8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68496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58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Postman-коллекция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85876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запросов с тест-скриптами (проверка статус-кода, сохранение id), переменные base_url и token, экспорт в JSON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9011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084064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08406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7433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GitHub-репозиторий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974336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автотестов: pytest + Playwright + requests + Allure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Функциональные тест-кейсы — Читай-город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34440" y="1481328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14813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книги по названию возвращает результаты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34440" y="2322576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63040" y="232257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товар в результатах поиска отображается на странице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234440" y="3163824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63040" y="3163824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книги по фамилии автора возвращает результаты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407822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34440" y="4005072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63040" y="400507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товару из выдачи открывает карточку товара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91947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34440" y="4846320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463040" y="48463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товара отображает название книги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кейсы позитивные · 5 из 5 автоматизированы (Playwright, headless Chromium)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тест-кейсы — Todo List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Позитивные (5)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— список задач,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/todos/1 — одна задача,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— создание, статус 201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/todos/1 — обновление,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/todos/1 — удаление, статус 200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Негативные (3)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0574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/todos/999999 — несуществующий id, статус 404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/todos/not-a-number — нечисловой id, статус 404 (не 500)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/todos/1 — неподдерживаемый метод, статус 404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Нефункциональный чек-лист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пунктов · 4 вида проверок: UI/UX, кросс-браузерность, доступность, производительность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632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632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778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0B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проверено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874520"/>
            <a:ext cx="33832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Пройдено: элементы без прокрутки, cookie-баннер, плейсхолдер поиска, изображения товаров, Chrome, Яндекс Браузер, Edge, Tab-навигация, alt-атрибуты, LCP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пройдено: контраст бейджа скидки — BR-001; сдвиги макета, CLS 0,7 — BR-002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52344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52344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56048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(UI)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59752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59752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(API)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63456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363456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(отчёты)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Особенности реализации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004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Типизация на всех функциях (аннотации)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time.sleep() — только явные ожидания Playwright (wait_for_url, expect)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Изолированные фикстуры: новый browser context на каждый UI-тест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Маркеры pytest: api / ui, PEP8 (flake8, max-line-length 99)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5029200" cy="3154680"/>
          </a:xfrm>
          <a:prstGeom prst="roundRect">
            <a:avLst>
              <a:gd name="adj" fmla="val 3478"/>
            </a:avLst>
          </a:prstGeom>
          <a:solidFill>
            <a:srgbClr val="0B2E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GitHub-репозиторий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skypro-diploma-automation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93192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skypro-diploma-automation/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config.py, conftest.py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tests/api/  (8 тестов)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tests/ui/   (5 тестов)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живого прогона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23.09.2026 · pytest --alluredir=allure-results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108960" cy="31089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API-тестов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6791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UI-тестов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34,7 сек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4564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прогона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160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233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Overview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F3B4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ходу прогонов найдены и исправлены ошибки в самих UI-тестах: ожидание networkidle не наступало, карточки товаров находились до выполнения поиска, список подсказок перехватывал клик. Теперь тесты ждут нужный адрес и элементы явно.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Найденные дефекты · BR-001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37160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Недостаточный контраст текста ценового бейджа скидки (WCAG AA)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3317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chitai-gorod.ru, главная страница, Chrome (десктоп), 23.09.2026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449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04495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главную → найти карточку с бейджем скидки (например «-17%») → замерить контраст по формуле WCAG 2.1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58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758184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≥ 4.5:1 (WCAG 2.1 AA для обычного текста)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447141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4.04:1 — белый текст (#FFFFFF) на фоне #E1426C, 12px / начертание 500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84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Серьёзность / приоритет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184648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/ Low — текст читаем, но не проходит критерий доступности WCAG AA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и рекомендации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 качество приложения оценивается как удовлетворительное. Ключевые функции — поиск и карточка товара — работают корректно, API соответствует ожиданиям во всех 8 проверках, автотесты проходят 13 из 13. Главная проблема — сдвиги макета при загрузке (BR-002), они напрямую мешают пользователю. Контраст бейджей скидки (BR-001) — дефект доступности.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72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6" dirty="0"/>
          </a:p>
        </p:txBody>
      </p:sp>
      <p:sp>
        <p:nvSpPr>
          <p:cNvPr id="9" name="Shape 7"/>
          <p:cNvSpPr/>
          <p:nvPr/>
        </p:nvSpPr>
        <p:spPr>
          <a:xfrm>
            <a:off x="6675120" y="17830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78308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Увеличить контраст текста бейджей скидки до уровня WCAG 2.1 AA (BR-001)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306324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6" dirty="0"/>
          </a:p>
        </p:txBody>
      </p:sp>
      <p:sp>
        <p:nvSpPr>
          <p:cNvPr id="13" name="Shape 11"/>
          <p:cNvSpPr/>
          <p:nvPr/>
        </p:nvSpPr>
        <p:spPr>
          <a:xfrm>
            <a:off x="6675120" y="30175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0175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Устранить сдвиги макета: резервировать место под баннеры и изображения, задавать размеры медиа (BR-002)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42976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6" dirty="0"/>
          </a:p>
        </p:txBody>
      </p:sp>
      <p:sp>
        <p:nvSpPr>
          <p:cNvPr id="17" name="Shape 15"/>
          <p:cNvSpPr/>
          <p:nvPr/>
        </p:nvSpPr>
        <p:spPr>
          <a:xfrm>
            <a:off x="6675120" y="42519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0" y="4251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в регрессию проверки доступности и Core Web Vitals, чтобы отслеживать BR-001 и BR-002 после исправления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и обсуждение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github.com/Gera-lang405/skypro-diploma-automation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отчёт (Yonote):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4343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georgi1412qa.yonote.ru/share/5222c94a-8b37-4324-822a-e8b78ffc8325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Селиванов Георгий · Sky.Pro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Найденные дефекты · BR-002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BR-002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37160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Сильные сдвиги макета при загрузке главной страницы (CLS 0,7)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3317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chitai-gorod.ru, главная страница, компьютеры; PageSpeed Insights — данные пользователей Chrome за 28 дней, 23.09.2026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449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04495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pagespeed.web.dev → ввести https://www.chitai-gorod.ru/ → «Анализировать» → вкладка «Компьютер» → блок фактической производительности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58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758184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Layout Shift ≤ 0,1 (диапазон «хорошо»)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447141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= 0,7 (диапазон «плохо», порог &gt; 0,25); оценка основных интернет-показателей — «проверка не пройдена»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84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Серьёзность / приоритет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184648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/ Medium — элементы смещаются во время загрузки, растёт риск промахнуться при клике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2026-09-23T15:30:54Z</dcterms:created>
  <dcterms:modified xsi:type="dcterms:W3CDTF">2026-09-23T15:30:54Z</dcterms:modified>
</cp:coreProperties>
</file>